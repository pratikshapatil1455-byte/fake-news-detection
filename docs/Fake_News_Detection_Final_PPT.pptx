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5F8FA"/>
                </a:solidFill>
                <a:latin typeface="Aptos"/>
              </a:rPr>
              <a:t>Fake News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AC4B4"/>
                </a:solidFill>
                <a:latin typeface="Aptos"/>
              </a:rPr>
              <a:t>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ECAD7"/>
                </a:solidFill>
                <a:latin typeface="Aptos"/>
              </a:rPr>
              <a:t>B.Tech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BECAD7"/>
                </a:solidFill>
                <a:latin typeface="Aptos"/>
              </a:rPr>
              <a:t>Pratiksha Prakash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Detects whether a news article is likely Fake or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Uses NLP preprocessing and machine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Provides evaluation results and interactive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Misleading news spreads rapidly through digital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Manual verification can be time-consuming.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The project classifies news text using its learned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Prepare and analyze a labelled news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Clean and preprocess news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Extract TF-IDF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Train and compare machine learning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Evaluate the selected model and provide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Dataset — WELFake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72,134 labelled news articles.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35,028 Real and 37,106 Fake articles.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Label 0 = Fake, Label 1 =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Dataset is downloaded automatically by the notebook.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Dataset → Text Cleaning → Train/Test Split → TF-IDF → ML Models → Evaluation →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NLP Preprocessing &amp; TF-IDF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Combine relevant text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Clean and normalize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Convert text into TF-IDF numerical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Use unigram and bigram features for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Multinomial 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Linear Support Vector Machine (LinearSVC)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Models are compared using classification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Test-set confusion matrix for Linear SVM: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Fake → Fake: 6,747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Fake → Real: 211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Real → Fake: 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Real → Real: 5,564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Results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Accuracy: 96.72%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ROC-AUC: 0.9950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Results are based on the executed test-set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The model predicts patterns in text; it does not independently verify facts.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Interactive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The notebook accepts a news headline/article as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It returns a model-based prediction such as Likely Real or Likely Fake.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Prediction should be treated as a screening result, not final fact-checking.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GitHub-Ready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Fake_News_Detection_Internship.ipynb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requirements.txt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8104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docs/ — report, PPT and dataset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models/ — saved model and vectorizer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results/ — metrics and charts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8FA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Built an end-to-end Fake News Detection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Applied NLP, TF-IDF and machine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51176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BECAD7"/>
                </a:solidFill>
                <a:latin typeface="Aptos"/>
              </a:rPr>
              <a:t>• Future scope: larger datasets, multilingual support and stronger external fact verification.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5F8FA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AC4B4"/>
                </a:solidFill>
                <a:latin typeface="Aptos"/>
              </a:rPr>
              <a:t>Pratiksha Prakash Patil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BECAD7"/>
                </a:solidFill>
                <a:latin typeface="Aptos"/>
              </a:rPr>
              <a:t>Fake News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